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65" d="100"/>
          <a:sy n="65" d="100"/>
        </p:scale>
        <p:origin x="1320" y="40"/>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3/3/2026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3/3/2026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3/3/2026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3/3/2026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3/3/2026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3/3/2026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3/3/2026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3/3/2026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3/3/2026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3/3/2026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3/3/2026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3/3/2026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‹N°›</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t>Star Wars : Une galaxie mythique</a:t>
            </a:r>
          </a:p>
        </p:txBody>
      </p:sp>
      <p:sp>
        <p:nvSpPr>
          <p:cNvPr id="3" name="Subtitle 2"/>
          <p:cNvSpPr>
            <a:spLocks noGrp="1"/>
          </p:cNvSpPr>
          <p:nvPr>
            <p:ph type="subTitle" idx="1"/>
          </p:nvPr>
        </p:nvSpPr>
        <p:spPr/>
        <p:txBody>
          <a:bodyPr/>
          <a:lstStyle/>
          <a:p>
            <a:r>
              <a:t>Présentation générale</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Une galaxie vaste et vivante</a:t>
            </a:r>
          </a:p>
        </p:txBody>
      </p:sp>
      <p:sp>
        <p:nvSpPr>
          <p:cNvPr id="3" name="Content Placeholder 2"/>
          <p:cNvSpPr>
            <a:spLocks noGrp="1"/>
          </p:cNvSpPr>
          <p:nvPr>
            <p:ph idx="1"/>
          </p:nvPr>
        </p:nvSpPr>
        <p:spPr/>
        <p:txBody>
          <a:bodyPr>
            <a:normAutofit fontScale="92500" lnSpcReduction="20000"/>
          </a:bodyPr>
          <a:lstStyle/>
          <a:p>
            <a:r>
              <a:t>La galaxie de Star Wars est divisée en plusieurs régions — les Core Worlds, le Mid Rim, l’Outer Rim et les Unknown Regions — chacune possédant ses propres enjeux, cultures et tensions. Des lieux emblématiques comme Coruscant, Tatooine, Alderaan, Hoth, Endor, Naboo ou Mustafar incarnent des ambiances visuelles et narratives distinctes. Cette diversité permet d’explorer des genres variés : aventure, guerre, drame familial, politique, spiritualité, western ou film de samouraï.</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Le conflit central</a:t>
            </a:r>
          </a:p>
        </p:txBody>
      </p:sp>
      <p:sp>
        <p:nvSpPr>
          <p:cNvPr id="3" name="Content Placeholder 2"/>
          <p:cNvSpPr>
            <a:spLocks noGrp="1"/>
          </p:cNvSpPr>
          <p:nvPr>
            <p:ph idx="1"/>
          </p:nvPr>
        </p:nvSpPr>
        <p:spPr/>
        <p:txBody>
          <a:bodyPr/>
          <a:lstStyle/>
          <a:p>
            <a:r>
              <a:t>Au cœur de la saga se trouve un affrontement entre oppression et résistance. L’Empire galactique impose un régime autoritaire, tandis que l’Alliance Rebelle incarne l’espoir et la lutte pour la liberté. Ce conflit alimente une fresque épique faite de batailles spatiales, d’espionnage et de destins bouleversés.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La Force</a:t>
            </a:r>
          </a:p>
        </p:txBody>
      </p:sp>
      <p:sp>
        <p:nvSpPr>
          <p:cNvPr id="3" name="Content Placeholder 2"/>
          <p:cNvSpPr>
            <a:spLocks noGrp="1"/>
          </p:cNvSpPr>
          <p:nvPr>
            <p:ph idx="1"/>
          </p:nvPr>
        </p:nvSpPr>
        <p:spPr/>
        <p:txBody>
          <a:bodyPr/>
          <a:lstStyle/>
          <a:p>
            <a:r>
              <a:t>La Force est une énergie mystique qui relie tous les êtres vivants. Les Jedi et les Sith la manipulent selon leur vision du monde : le côté lumineux incarne la paix et la sagesse, tandis que le côté obscur est nourri par la peur, la colère et la haine. Cette dualité structure les parcours de nombreux personnages.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Une mythologie moderne</a:t>
            </a:r>
          </a:p>
        </p:txBody>
      </p:sp>
      <p:sp>
        <p:nvSpPr>
          <p:cNvPr id="3" name="Content Placeholder 2"/>
          <p:cNvSpPr>
            <a:spLocks noGrp="1"/>
          </p:cNvSpPr>
          <p:nvPr>
            <p:ph idx="1"/>
          </p:nvPr>
        </p:nvSpPr>
        <p:spPr/>
        <p:txBody>
          <a:bodyPr/>
          <a:lstStyle/>
          <a:p>
            <a:r>
              <a:t>Star Wars s’inspire des mythes antiques, des récits de chevalerie, des westerns et des films de samouraïs. Les héros suivent souvent un parcours initiatique : découverte de soi, confrontation au mal, sacrifice, transmission. Les civilisations anciennes et les reliques renforcent la profondeur mythologique de l’univers.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Impact culturel</a:t>
            </a:r>
          </a:p>
        </p:txBody>
      </p:sp>
      <p:sp>
        <p:nvSpPr>
          <p:cNvPr id="3" name="Content Placeholder 2"/>
          <p:cNvSpPr>
            <a:spLocks noGrp="1"/>
          </p:cNvSpPr>
          <p:nvPr>
            <p:ph idx="1"/>
          </p:nvPr>
        </p:nvSpPr>
        <p:spPr/>
        <p:txBody>
          <a:bodyPr/>
          <a:lstStyle/>
          <a:p>
            <a:r>
              <a:t>Depuis 1977, Star Wars a marqué la culture mondiale. Son esthétique, ses personnages et ses musiques sont devenus emblématiques. L’univers s’est étendu à travers des films, séries, romans, jeux vidéo et produits dérivés, formant l’un des mondes fictionnels les plus vastes jamais créés.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327</Words>
  <Application>Microsoft Office PowerPoint</Application>
  <PresentationFormat>Affichage à l'écran (4:3)</PresentationFormat>
  <Paragraphs>12</Paragraphs>
  <Slides>6</Slides>
  <Notes>0</Notes>
  <HiddenSlides>0</HiddenSlides>
  <MMClips>0</MMClips>
  <ScaleCrop>false</ScaleCrop>
  <HeadingPairs>
    <vt:vector size="6" baseType="variant">
      <vt:variant>
        <vt:lpstr>Polices utilisées</vt:lpstr>
      </vt:variant>
      <vt:variant>
        <vt:i4>2</vt:i4>
      </vt:variant>
      <vt:variant>
        <vt:lpstr>Thème</vt:lpstr>
      </vt:variant>
      <vt:variant>
        <vt:i4>1</vt:i4>
      </vt:variant>
      <vt:variant>
        <vt:lpstr>Titres des diapositives</vt:lpstr>
      </vt:variant>
      <vt:variant>
        <vt:i4>6</vt:i4>
      </vt:variant>
    </vt:vector>
  </HeadingPairs>
  <TitlesOfParts>
    <vt:vector size="9" baseType="lpstr">
      <vt:lpstr>Arial</vt:lpstr>
      <vt:lpstr>Calibri</vt:lpstr>
      <vt:lpstr>Office Theme</vt:lpstr>
      <vt:lpstr>Star Wars : Une galaxie mythique</vt:lpstr>
      <vt:lpstr>Une galaxie vaste et vivante</vt:lpstr>
      <vt:lpstr>Le conflit central</vt:lpstr>
      <vt:lpstr>La Force</vt:lpstr>
      <vt:lpstr>Une mythologie moderne</vt:lpstr>
      <vt:lpstr>Impact culturel</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Star Wars : Une galaxie mythique</dc:title>
  <dc:subject/>
  <dc:creator>POUPAT Emilie</dc:creator>
  <cp:keywords/>
  <dc:description>generated using python-pptx</dc:description>
  <cp:lastModifiedBy>POUPAT Emilie</cp:lastModifiedBy>
  <cp:revision>3</cp:revision>
  <dcterms:created xsi:type="dcterms:W3CDTF">2013-01-27T09:14:16Z</dcterms:created>
  <dcterms:modified xsi:type="dcterms:W3CDTF">2026-03-03T13:20:53Z</dcterms:modified>
  <cp:category/>
</cp:coreProperties>
</file>